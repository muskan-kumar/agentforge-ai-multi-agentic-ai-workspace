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AgentForge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Definition: algorithms that learn patterns from data</a:t>
            </a:r>
          </a:p>
          <a:p>
            <a:pPr>
              <a:defRPr sz="2000"/>
            </a:pPr>
            <a:r>
              <a:t>- Drives automation and insight across industries</a:t>
            </a:r>
          </a:p>
          <a:p>
            <a:pPr>
              <a:defRPr sz="2000"/>
            </a:pPr>
            <a:r>
              <a:t>- Core categories: supervised, unsupervised, reinforcement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Supervised: labeled data (e.g., classification, regression)</a:t>
            </a:r>
          </a:p>
          <a:p>
            <a:pPr>
              <a:defRPr sz="2000"/>
            </a:pPr>
            <a:r>
              <a:t>- Unsupervised: discover structure (e.g., clustering, dimensionality reduction)</a:t>
            </a:r>
          </a:p>
          <a:p>
            <a:pPr>
              <a:defRPr sz="2000"/>
            </a:pPr>
            <a:r>
              <a:t>- Reinforcement: learning via rewards and penalties (e.g., game playing)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Linear Regression &amp; Logistic Regression</a:t>
            </a:r>
          </a:p>
          <a:p>
            <a:pPr>
              <a:defRPr sz="2000"/>
            </a:pPr>
            <a:r>
              <a:t>- Decision Trees &amp; Random Forests</a:t>
            </a:r>
          </a:p>
          <a:p>
            <a:pPr>
              <a:defRPr sz="2000"/>
            </a:pPr>
            <a:r>
              <a:t>- Neural Networks &amp; Deep Learning</a:t>
            </a:r>
          </a:p>
          <a:p>
            <a:pPr>
              <a:defRPr sz="2000"/>
            </a:pPr>
            <a:r>
              <a:t>- K‑means Clustering</a:t>
            </a:r>
          </a:p>
          <a:p>
            <a:pPr>
              <a:defRPr sz="2000"/>
            </a:pPr>
            <a:r>
              <a:t>- Q‑learning for reinforcement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Real‑World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Healthcare: disease prediction, imaging analysis</a:t>
            </a:r>
          </a:p>
          <a:p>
            <a:pPr>
              <a:defRPr sz="2000"/>
            </a:pPr>
            <a:r>
              <a:t>- Finance: fraud detection, algorithmic trading</a:t>
            </a:r>
          </a:p>
          <a:p>
            <a:pPr>
              <a:defRPr sz="2000"/>
            </a:pPr>
            <a:r>
              <a:t>- Autonomous Vehicles: perception and control</a:t>
            </a:r>
          </a:p>
          <a:p>
            <a:pPr>
              <a:defRPr sz="2000"/>
            </a:pPr>
            <a:r>
              <a:t>- Recommendation Systems: personalized content</a:t>
            </a:r>
          </a:p>
          <a:p>
            <a:pPr>
              <a:defRPr sz="2000"/>
            </a:pPr>
            <a:r>
              <a:t>- Natural Language Processing: chatbots, translation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Data quality, bias, and privacy concerns</a:t>
            </a:r>
          </a:p>
          <a:p>
            <a:pPr>
              <a:defRPr sz="2000"/>
            </a:pPr>
            <a:r>
              <a:t>- Model interpretability and trust</a:t>
            </a:r>
          </a:p>
          <a:p>
            <a:pPr>
              <a:defRPr sz="2000"/>
            </a:pPr>
            <a:r>
              <a:t>- High computational cost</a:t>
            </a:r>
          </a:p>
          <a:p>
            <a:pPr>
              <a:defRPr sz="2000"/>
            </a:pPr>
            <a:r>
              <a:t>- Emerging trends: AutoML, Edge ML, Explainable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